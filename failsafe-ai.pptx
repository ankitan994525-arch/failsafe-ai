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39EA5-404E-4F5D-AFFB-99BCCBE3B6BD}" v="14" dt="2026-04-18T03:34:55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1:13.47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2337 0 24575,'-29'2'0,"-1"0"0,-49 12 0,26-4 0,-1122 246-946,1161-252 947,-542 150 231,514-136-24,42-18-205,0 0 0,-1 0 0,1 0 0,0 0 0,0 0 0,0 0 0,0 0 0,0 0 0,-1 0 0,1 0 0,0 1 1,0-1-1,0 0 0,0 0 0,0 0 0,0 0 0,0 0 0,-1 0 0,1 0 0,0 0 0,0 1 0,0-1 0,0 0 0,0 0 0,0 0 0,0 0 1,0 0-1,0 0 0,0 1 0,0-1 0,0 0 0,0 0 0,0 0 0,0 0 0,0 0 0,0 1 0,0-1 0,0 0 0,0 0 0,0 0 0,0 0 1,0 0-1,0 1 0,0-1 0,0 0 0,0 0 0,0 0 0,0 0 0,0 0 0,0 0 0,1 0 0,-1 1 0,0-1 0,0 0 0,0 0 1,0 0-1,0 0 0,0 0 0,0 0 0,1 0 0,-1 0 0,0 0 0,25 2 190,25-7-133,68-14-1,-30 2-59,311-56 0,-22 3 0,-351 66 0,276-32 0,-446 37 0,-316-2-436,-333 3-543,679 0 979,-114 17 0,225-17 60,7-1 101,24 1 325,51 1 222,987-4-708,-1037 0 0,-22-1 0,-9-1 0,-13-2 0,-52-4 0,0 2 0,-95 5 0,88 2 0,-207 0 0,657 0-1365,-353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1:32.1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9830,'0'0'0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1:37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469 796 9830,'23'-7'271,"1"2"-1,0 0 1,29-1-1,12-3-86,139-17 431,104 2 4024,316 18 2403,8 34-4420,-266 1-2422,-78 4-200,-191-19 0,136 37 0,-221-47 0,0 0 0,0 1 0,17 9 0,-28-14 0,0 0 0,0 0 0,0 1 0,0-1 0,-1 1 0,1-1 0,0 1 0,0-1 0,0 1 0,-1 0 0,1-1 0,0 1 0,-1 0 0,1 0 0,0-1 0,-1 1 0,1 0 0,-1 0 0,0 0 0,1 0 0,-1-1 0,1 1 0,-1 0 0,0 0 0,0 0 0,0 0 0,1 2 0,-2-2 0,0 0 0,0 0 0,0 0 0,0 0 0,0 0 0,0 0 0,-1 0 0,1-1 0,0 1 0,0 0 0,-1-1 0,1 1 0,0-1 0,-1 1 0,1-1 0,-1 1 0,-2-1 0,-23 5 0,0-1 0,0-2 0,-37 0 0,33-2 0,-1039 0 0,371-4 0,694 4 0,0 0 0,0-1 0,0 1 0,0-1 0,0 0 0,-8-3 0,12 4 0,1 0 0,0 0 0,-1 0 0,1-1 0,0 1 0,-1 0 0,1 0 0,0 0 0,0 0 0,-1-1 0,1 1 0,0 0 0,0 0 0,-1-1 0,1 1 0,0 0 0,0 0 0,0-1 0,-1 1 0,1 0 0,0-1 0,0 1 0,0 0 0,0-1 0,0 1 0,0 0 0,0-1 0,0 1 0,0 0 0,0-1 0,0 1 0,0 0 0,0-1 0,0 1 0,0-1 0,1-1 0,0 1 0,0 0 0,1-1 0,-1 1 0,0 0 0,1 0 0,-1 0 0,1 0 0,-1 0 0,1 0 0,-1 0 0,3-1 0,13-5 0,0 0 0,1 1 0,0 0 0,0 1 0,25-2 0,93-4 0,-103 9 0,-73 2 0,0-3 0,0-1 0,-60-15 0,-11-1 0,76 13 0,20 1 0,15 6 0,0 0 0,0-1 0,0 1 0,0 0 0,-1 0 0,1 0 0,0 0 0,0-1 0,0 1 0,0 0 0,0 0 0,0 0 0,0 0 0,0-1 0,0 1 0,0 0 0,0 0 0,0 0 0,0 0 0,0-1 0,0 1 0,0 0 0,0 0 0,0 0 0,1 0 0,-1-1 0,0 1 0,0 0 0,0 0 0,0 0 0,0 0 0,0 0 0,0-1 0,1 1 0,-1 0 0,0 0 0,0 0 0,0 0 0,0 0 0,0 0 0,1 0 0,-1 0 0,0 0 0,0-1 0,0 1 0,0 0 0,1 0 0,-1 0 0,0 0 0,0 0 0,0 0 0,0 0 0,1 0 0,-1 0 0,0 0 0,0 0 0,0 1 0,1-1 0,39-10 0,0 3 0,1 1 0,64 0 0,-61 3 0,444-8 0,-478 10 0,-14-3 0,-25-6 0,-251-55-3117,172 44 2045,7 0 67,-216-41-68,-3 23 1467,292 40-317,23-1-53,0 1 0,1-1 0,-1 0 0,0 0 0,1-1 0,-1 1 1,1-1-1,-1 0 0,1 0 0,-6-2 0,10 3-22,-1-1-1,1 1 0,0 0 1,0 0-1,-1-1 1,1 1-1,0 0 1,0 0-1,0-1 0,0 1 1,0 0-1,-1-1 1,1 1-1,0 0 0,0-1 1,0 1-1,0 0 1,0-1-1,0 1 1,0 0-1,0-1 0,0 1 1,0 0-1,0-1 1,0 1-1,0 0 1,1-1-1,-1 1 0,0 0 1,0-1-1,0 1 1,0 0-1,1 0 1,-1-1-1,0 1 0,0 0 1,0-1-1,1 1 1,-1 0-1,0 0 1,0 0-1,1-1 0,0 1 1,15-13-357,10-1-271,0 0 0,53-18 0,64-14-323,-104 35 690,150-39 242,-149 42 236,0 2-1,72-2 0,-110 8 232,-10 1-119,-31 1 87,-54 1 196,-302-2 1275,370-2-1441,55-3 795,276-12 1509,417 47-2626,-704-29-126,30 2 0,0 2 0,-1 3 0,60 18 0,-102-25 0,-1 0 0,1 0 0,-1 1 0,0 0 0,6 3 0,-11-5 0,1-1 0,0 1 0,-1-1 0,1 1 0,-1-1 0,0 1 0,1-1 0,-1 1 0,1-1 0,-1 1 0,0-1 0,1 1 0,-1-1 0,0 1 0,0 0 0,1-1 0,-1 1 0,0 0 0,0-1 0,0 1 0,0 0 0,0 0 0,0 0 0,-1 0 0,1 0 0,-1 0 0,1 0 0,-1-1 0,1 1 0,-1 0 0,0 0 0,1-1 0,-1 1 0,0-1 0,0 1 0,1 0 0,-1-1 0,0 1 0,0-1 0,0 0 0,0 1 0,-1-1 0,-11 5 0,-1-1 0,0 0 0,0-1 0,0-1 0,-1 0 0,-15 0 0,14-1 0,-486 17 0,217-12 0,-126 7 0,390-11 0,20-1 0,14 2 0,366 29 0,-226-23 0,-52-2 0,430 40 0,-519-46 0,-4 0 0,0 0 0,-1 0 0,1 1 0,0 0 0,9 4 0,-17-6 0,0 0 0,0 0 0,0 0 0,1 0 0,-1 0 0,0 0 0,0 0 0,1 0 0,-1 0 0,0 0 0,0 1 0,0-1 0,1 0 0,-1 0 0,0 0 0,0 0 0,0 0 0,0 1 0,1-1 0,-1 0 0,0 0 0,0 0 0,0 1 0,0-1 0,0 0 0,0 0 0,0 0 0,0 1 0,0-1 0,1 0 0,-1 0 0,0 1 0,0-1 0,0 0 0,0 0 0,0 0 0,0 1 0,0-1 0,0 0 0,-1 0 0,1 1 0,0-1 0,0 0 0,0 0 0,0 0 0,0 1 0,0-1 0,0 0 0,0 0 0,-1 0 0,1 1 0,0-1 0,-17 9 0,-23 2 0,-58 2 0,-1-5 0,-142-6 0,142-3 0,-311-1 0,643 9 0,-180-3 0,0 4 0,71 18 0,-122-26 0,2 1 0,1 0 0,0 1 0,-1-1 0,1 1 0,-1 0 0,1 0 0,-1 0 0,6 5 0,-10-7 0,0 0 0,0 0 0,0 0 0,0 0 0,0 1 0,0-1 0,1 0 0,-1 0 0,0 0 0,0 1 0,0-1 0,0 0 0,0 0 0,0 0 0,0 1 0,0-1 0,0 0 0,0 0 0,0 0 0,0 1 0,0-1 0,0 0 0,0 0 0,0 0 0,0 1 0,0-1 0,0 0 0,0 0 0,0 0 0,-1 0 0,1 1 0,0-1 0,0 0 0,0 0 0,0 0 0,0 0 0,0 1 0,-1-1 0,1 0 0,0 0 0,0 0 0,0 0 0,0 0 0,-1 0 0,1 0 0,0 1 0,0-1 0,0 0 0,0 0 0,-1 0 0,1 0 0,0 0 0,0 0 0,0 0 0,-1 0 0,1 0 0,0 0 0,-1 0 0,-10 2 0,0 1 0,-1-1 0,1-1 0,-23 0 0,-1 0 0,-612 21 0,445-16 0,262-5 0,94 15 0,-94-8 0,-13-3 0,226 36 0,-267-40 0,-3 0 0,1-1 0,-1 0 0,0 1 0,0 0 0,0 0 0,0 0 0,-1 0 0,1 0 0,0 1 0,0-1 0,-1 1 0,1 0 0,3 3 0,-6-5 0,0 0 0,0 0 0,0 0 0,0 1 0,0-1 0,0 0 0,0 0 0,0 1 0,0-1 0,0 0 0,0 0 0,0 0 0,0 1 0,0-1 0,0 0 0,0 0 0,0 1 0,0-1 0,0 0 0,0 0 0,0 0 0,0 1 0,0-1 0,0 0 0,-1 0 0,1 0 0,0 1 0,0-1 0,0 0 0,0 0 0,-1 0 0,1 0 0,0 1 0,0-1 0,0 0 0,-1 0 0,1 0 0,0 0 0,0 0 0,0 0 0,-1 0 0,1 0 0,0 0 0,0 0 0,-1 0 0,1 0 0,-14 4 0,1-1 0,-1-1 0,0 0 0,0 0 0,0-2 0,-20-1 0,-1 1 0,-372-1 0,376 0 0,31 1-1,0 0 1,0 0 0,0 0 0,0-1 0,1 1 0,-1 0-1,0 0 1,0 0 0,0 0 0,0-1 0,0 1 0,0 0 0,0 0-1,0 0 1,0 0 0,0-1 0,0 1 0,0 0 0,0 0-1,0 0 1,0 0 0,0-1 0,0 1 0,0 0 0,0 0-1,0 0 1,0-1 0,0 1 0,0 0 0,0 0 0,0 0 0,0 0-1,0-1 1,-1 1 0,1 0 0,0 0 0,0 0 0,0 0-1,0 0 1,0 0 0,0-1 0,-1 1 0,1 0 0,0 0-1,0 0 1,0 0 0,0 0 0,-1 0 0,1 0 0,0 0 0,0 0-1,0 0 1,0 0 0,-1 0 0,23-9-268,70-15-1557,2 5 1,101-8 0,-127 19 1290,109-15 1085,301 1-1,-465 23-417,-17 0 150,-25-1 133,-201-27 672,31 3-561,7 19 264,482 7 415,-212-3-479,-422-27-715,115 4-12,214 23 0,7 1 0,1 0 0,-1-1 0,1 0 0,-1 0 0,-7-3 0,15 4 0,0 0 0,-1 0 0,1 0 0,0 0 0,0 0 0,0 0 0,0 0 0,0 0 0,0-1 0,-1 1 0,1 0 0,0 0 0,0 0 0,0 0 0,0 0 0,0 0 0,0 0 0,-1 0 0,1 0 0,0 0 0,0 0 0,0 0 0,0 0 0,0-1 0,0 1 0,0 0 0,0 0 0,0 0 0,0 0 0,0 0 0,-1 0 0,1 0 0,0-1 0,0 1 0,0 0 0,0 0 0,0 0 0,0 0 0,0 0 0,0 0 0,0-1 0,0 1 0,0 0 0,0 0 0,0 0 0,0 0 0,0 0 0,1 0 0,-1-1 0,0 1 0,0 0 0,0 0 0,0 0 0,0 0 0,0 0 0,0 0 0,0 0 0,0 0 0,1-1 0,10-4 0,16 0 0,262-2 0,-192 8 0,2 3 0,115 20 0,-327-24 0,354 0 0,-284-2 0,1-2 0,0-1 0,0-3 0,0-1 0,-71-27 0,111 35-30,-1 0 0,1 0 0,-1 0 0,1 0 0,-1 0 0,1-1 0,0 1 0,0-1 0,0 0 0,0 0 0,0 0 0,0 0 0,0 0 0,0 0 0,1 0 0,-1 0 0,1-1 0,0 1 0,0 0 0,-2-5 0,3 4-15,0 1 0,0-1 0,0 1-1,1 0 1,-1-1 0,1 1 0,0-1 0,-1 1 0,1 0 0,0-1 0,0 1 0,0 0 0,1 0-1,-1 0 1,0 0 0,1 0 0,0 0 0,-1 0 0,1 1 0,0-1 0,0 0 0,0 1-1,3-2 1,13-9-12,0 0-1,1 2 0,0 0 0,1 1 1,-1 1-1,2 1 0,-1 1 0,1 1 1,0 0-1,24-1 0,-30 4 77,75-10 229,147-1 1,-388 11 242,-119-6-65,-542-10 580,546 20-1097,199-2 91,55 0 0,47 0 0,57 1 0,115-3 0,-205 2 2,0 0 0,0 0 0,-1 0 1,1 0-1,0-1 0,-1 1 0,1-1 1,0 1-1,-1-1 0,1 1 0,-1-1 0,1 0 1,-1 1-1,1-1 0,-1 0 0,3-2 1,-4 3-13,0-1 0,0 0 0,0 1 0,0-1 0,0 0 0,0 1 0,0-1 0,0 1 0,0-1 0,0 0 0,0 1 0,0-1 0,0 1 0,0-1 0,-1 0 0,1 1 0,0-1 0,0 1 0,-1-1 0,1 1 0,0-1 0,-1 1 0,1-1 0,-1 1 0,1-1 0,-1 1 0,1-1 0,-1 0 0,-7-5-267,-1 0 0,1 0 1,-1 0-1,-11-5 0,-58-23-1805,-143-43 0,149 54 1578,-221-58-1137,244 71 1835,-1 2 0,0 3 0,0 1-1,-55 5 1,85 0-171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2:01.6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1880 330 9830,'-210'-2'5560,"-449"21"-1480,659-19-4076,-16 2 146,1-1 0,-1 2 0,1 0 0,-1 0 0,1 2 0,-25 10 0,40-15-131,-1 0 0,1 0 1,-1 0-1,1 0 0,-1 1 1,1-1-1,-1 0 0,1 0 0,-1 1 1,1-1-1,-1 0 0,1 1 1,-1-1-1,1 1 0,-1-1 1,1 0-1,0 1 0,-1-1 1,1 1-1,0-1 0,-1 1 1,1-1-1,0 1 0,0-1 0,-1 1 1,1-1-1,0 1 0,0 0 1,0-1-1,0 1 0,0-1 1,0 1-1,0-1 0,0 1 1,0 0-1,0-1 0,0 1 0,0-1 1,0 1-1,1-1 0,-1 1 1,0 0-1,0-1 0,1 1 1,-1-1-1,0 1 0,0-1 1,1 0-1,-1 1 0,1-1 1,0 1-1,2 2 76,0-1 1,0 0-1,0 0 0,1-1 1,-1 1-1,0-1 0,6 2 1,17 4 556,1-2 1,0 0-1,33 0 0,90-3 679,-77-2-1348,857 0 17,-421-2 0,-719-17 0,97 5 0,-376-9 0,487 23 0,-3 0 0,-1 0 0,1 0 0,0 0 0,-1-1 0,1 0 0,-7-1 0,12 2 0,0 0 0,0 0 0,0 0 0,-1 0 0,1 0 0,0 0 0,0 0 0,0 0 0,0 0 0,0 0 0,0 0 0,0-1 0,0 1 0,-1 0 0,1 0 0,0 0 0,0 0 0,0 0 0,0 0 0,0 0 0,0 0 0,0 0 0,0 0 0,0 0 0,0-1 0,-1 1 0,1 0 0,0 0 0,0 0 0,0 0 0,0 0 0,0 0 0,0 0 0,0 0 0,0-1 0,0 1 0,0 0 0,0 0 0,0 0 0,0 0 0,0 0 0,0 0 0,0-1 0,0 1 0,0 0 0,0 0 0,0 0 0,0 0 0,0 0 0,0 0 0,1 0 0,-1 0 0,0-1 0,0 1 0,0 0 0,0 0 0,0 0 0,0 0 0,0 0 0,0 0 0,0 0 0,0 0 0,1 0 0,11-5 0,17-1 0,401-3 0,-278 11 0,-91-1 0,-15 0 0,-100-8 0,-264-30-3168,-125-13 1684,-2 31 2251,407 21-395,538 3 2258,60 2-1747,-252 9-883,-306-16 0,-5 0 0,-14 1 0,-31-1 0,-588-31 0,220 5 0,850 43 0,-351-12 0,355 26 0,0 25 0,-432-53 0,-18-2 0,-28-1 0,39 0 0,-1084-3 0,1318 3 0,1224 77 0,-1414-72 0,-11-2 0,58 14 0,-84-13 0,-18-2 0,-209-10-295,174 5-54,-208-17-2954,-243-16-342,-686-9 5887,1157 45-2190,-44 2 170,70-2-213,0 0 0,0-1 0,0 2 0,0-1 0,1 0 0,-1 0 0,0 0 0,0 0 0,0 0 0,0 1 0,0-1 0,1 0 0,-1 1 0,0-1 0,0 1 0,1-1 0,-1 1 0,0-1 0,0 1 0,1 0 0,-1 0 0,1 0 3,0-1-1,0 1 0,0-1 1,0 1-1,1-1 1,-1 1-1,0-1 1,1 1-1,-1 0 1,0-1-1,1 0 1,-1 1-1,0-1 1,1 1-1,-1-1 1,1 1-1,-1-1 1,1 0-1,-1 1 1,1-1-1,-1 0 1,2 1-1,39 16 431,104 25 544,109 36 348,-175-50-841,90 45 0,-128-56-259,-33-15-189,0 1 0,0 0-1,0 1 1,0 0 0,-1 0 0,1 0-1,-1 1 1,0 0 0,9 9 0,-15-13-38,-1-1 0,1 1 0,-1 0 0,1 0 0,0 0 0,-1 0 0,0 0 0,1 0 0,-1 0 0,0 0 0,1 0 0,-1 0 0,0 0 0,0 0 0,0 0 1,0 0-1,0 0 0,0 0 0,0 0 0,0 0 0,0 0 0,0 0 0,-1 2 0,0-1-4,-1 0-1,1 0 1,0 0 0,-1 0-1,1 0 1,-1-1 0,1 1-1,-1-1 1,0 1-1,-3 1 1,-5 3-7,0 0 1,0-1-1,-17 6 1,-9 0 3,-1-1 0,0-1 0,0-2 0,-66 3 0,-159-10 0,145-2 0,117 2 0,0 0 0,-1 0 0,1 0 0,0 0 1,0 0-1,0 0 0,-1 0 0,1 0 0,0 0 1,0 0-1,-1 0 0,1 0 0,0 0 0,0 0 1,0 0-1,-1 0 0,1 0 0,0 0 0,0 0 1,0 0-1,-1 0 0,1 0 0,0 0 0,0 0 1,0 0-1,-1 0 0,1-1 0,0 1 0,0 0 1,0 0-1,0 0 0,-1 0 0,1 0 0,0-1 1,0 1-1,0 0 0,0 0 0,0 0 0,0-1 0,0 1 1,0 0-1,-1 0 0,1 0 0,0-1 0,0 1 1,10-9-87,24-10-347,-31 18 332,236-114-1062,-235 113 1142,-1 0 0,1 0 0,0 0 0,-1 0 0,0 0 0,1-1 0,-1 1 0,0-1 0,-1 0 0,5-5 0,-6 6-15,0 1-1,-1-1 0,1 1 0,0-1 0,-1 0 1,1 1-1,-1-1 0,0 0 0,1 0 0,-1 1 0,0-1 1,0 0-1,0 0 0,0 1 0,-1-1 0,1 0 1,0 1-1,-1-1 0,1 0 0,-1 1 0,0-1 1,1 0-1,-1 1 0,0-1 0,0 1 0,0-1 0,-1 0 1,-2-4-117,-1 1 0,0 0 0,0 0 0,0 0 0,0 1 0,-1 0 0,0 0 0,0 0 0,-12-5 0,-6-1-262,-34-9 0,46 16 388,-39-11 187,0 3 0,-1 2 0,-78-4 0,-159 12 699,147 3-225,605-16 1643,-100 0-1690,-340 13-402,-23-1-76,-14-1-8,-834-100-71,649 100-30,199 3-1,0 0 1,0 1 0,0-1 0,-1 0-1,1 0 1,0 0 0,0 0 0,0 0 0,-1 0-1,1 0 1,0 0 0,0 0 0,0 0-1,-1 0 1,1 0 0,0 0 0,0 0-1,0 0 1,-1 0 0,1 0 0,0 0 0,0 0-1,0-1 1,0 1 0,-1 0 0,1 0-1,0 0 1,0 0 0,0 0 0,0 0 0,0-1-1,-1 1 1,1 0 0,0 0 0,0 0-1,0 0 1,0 0 0,0-1 0,0 1-1,0 0 1,0 0 0,-1 0 0,1-1 0,0 1-1,0 0 1,0 0 0,0 0 0,0-1-1,0 1 1,0 0 0,0 0 0,0-1 0,12-8-198,21-6-403,63-17-31,149-30 0,-218 57 682,0 1 1,41-1-1,-111 5 109,-158 4 99,196-3-246,0 0 1,0 0-1,0 0 0,1 0 0,-1 1 1,0 0-1,-7 4 0,11-6-9,1 0 0,-1 0 0,1 1 0,0-1 0,-1 0 0,1 1 0,-1-1 0,1 0 0,0 1 0,-1-1-1,1 0 1,0 1 0,0-1 0,-1 1 0,1-1 0,0 0 0,0 1 0,-1-1 0,1 1 0,0-1 0,0 1 0,0-1 0,0 1 0,0-1 0,0 1 0,0-1 0,0 1 0,0-1 0,0 1 0,1 0 2,0 0 0,0 0 0,0 0 0,0 0 1,0 0-1,0 0 0,0 0 0,0 0 0,0-1 0,0 1 1,1 0-1,-1-1 0,0 1 0,1-1 0,-1 0 1,2 1-1,28 5 88,51 1 0,-66-5 90,-67-2 48,-436 14 407,166-2-644,295-12 6,-44 3 0,64-2 0,1 0 0,0 0 0,-1 0 0,1 0 0,0 1 0,0 0 0,0 0 0,0 0 0,-7 5 0,12-7 0,-1 0 0,1 1 0,0-1 0,-1 0 0,1 0 0,0 0 0,-1 0 0,1 1 0,0-1 0,-1 0 0,1 1 0,0-1 0,0 0 0,-1 0 0,1 1 0,0-1 0,0 0 0,0 1 0,-1-1 0,1 1 0,0-1 0,0 0 0,0 1 0,0-1 0,0 0 0,0 1 0,0-1 0,0 1 0,0-1 0,0 0 0,0 1 0,0-1 0,0 1 0,0-1 0,0 0 0,0 1 0,0-1 0,0 0 0,1 1 0,-1-1 0,0 0 0,0 1 0,0-1 0,1 0 0,-1 1 0,0-1 0,0 0 0,1 1 0,-1-1 0,0 0 0,1 0 0,-1 1 0,0-1 0,1 0 0,0 0 0,25 10 0,223 36 0,-151-31 0,160 46 0,-251-59 0,0 0 0,-1-1 0,0 1 0,0 1 0,0-1 0,0 1 0,-1 0 0,1 0 0,-1 1 0,1-1 0,-1 1 0,6 6 0,-11-9 0,0 0 0,1 0 0,-1 0 0,0-1 0,1 1 0,-1 0 0,0 0 0,0 0 0,0 0 0,0 0 0,0 0 0,0 0 0,0 0 0,0 0 0,0 0 0,0 0 0,0 0 0,-1 0 0,1 0 0,0-1 0,-1 1 0,1 0 0,-1 0 0,1 0 0,-1 0 0,1-1 0,-1 1 0,1 0 0,-1-1 0,0 1 0,0 0 0,1-1 0,-1 1 0,0-1 0,0 1 0,1-1 0,-3 1 0,-34 17 0,36-18 0,-219 66 0,44-15 0,244-46 0,-15-7 0,-29 0 0,-1 1 0,1 2 0,45 6 0,-68-7 0,-1 0 0,1 0 0,-1 0 0,1 0 0,0 0 0,-1 0 0,1 0 0,-1 0 0,1 1 0,-1-1 0,1 0 0,0 0 0,-1 1 0,1-1 0,-1 0 0,1 1 0,-1-1 0,1 0 0,-1 1 0,0-1 0,1 1 0,-1-1 0,1 1 0,-1-1 0,0 1 0,1 0 0,-12 8 0,-29 3 0,38-11 0,-34 6 0,0-1 0,-1-2 0,-45 0 0,65-6-5,17 2 5,-1 0 1,1 0-1,0 1 0,0-1 0,0-1 0,0 1 0,0 0 1,0 0-1,0 0 0,0 0 0,0 0 0,-1 0 0,1 0 1,0 0-1,0 0 0,0 0 0,0 0 0,0 0 0,0 0 1,0 0-1,0 0 0,0 0 0,0 0 0,0 0 0,0 0 1,0 0-1,0 0 0,-1-1 0,1 1 0,0 0 0,0 0 1,0 0-1,0 0 0,0 0 0,0 0 0,0 0 0,0 0 1,0 0-1,0 0 0,0-1 0,0 1 0,0 0 0,0 0 1,0 0-1,0 0 0,0 0 0,0 0 0,0 0 1,0 0-1,0 0 0,0 0 0,0-1 0,1 1 0,-1 0 1,0 0-1,0 0 0,0 0 0,0 0 0,0 0 0,0 0 1,0 0-1,0 0 0,0 0 0,29-12-194,476-135-2162,-505 147 2358,0-1 0,0 1 1,0 0-1,0 0 0,0 0 0,0 0 0,0 0 1,0 0-1,0 0 0,0 0 0,0 0 0,0 0 0,0-1 1,0 1-1,0 0 0,0 0 0,0 0 0,0 0 1,0 0-1,0 0 0,0 0 0,0 0 0,0 0 1,0 0-1,0-1 0,0 1 0,0 0 0,0 0 1,0 0-1,0 0 0,1 0 0,-1 0 0,0 0 1,0 0-1,0 0 0,0 0 0,0 0 0,0 0 1,0 0-1,0 0 0,0 0 0,0 0 0,0-1 1,1 1-1,-1 0 0,0 0 0,0 0 0,0 0 1,0 0-1,0 0 0,0 0 0,0 0 0,0 0 0,0 0 1,-13-1 80,-20 0 10,-81 4 134,-118-3 28,209-5-176,22 5-78,1 0 0,0 0 1,0 0-1,0 0 0,-1 0 1,1 0-1,0-1 0,0 1 0,0 0 1,-1 0-1,1 0 0,0-1 1,0 1-1,0 0 0,0 0 0,0 0 1,-1-1-1,1 1 0,0 0 0,0 0 1,0-1-1,0 1 0,0 0 1,0 0-1,0-1 0,0 1 0,0 0 1,0-1-1,0 1 0,0 0 1,0 0-1,0-1 0,0 1 0,0 0 1,0 0-1,0-1 0,0 1 1,1 0-1,1-3-30,1 1 0,-1-1-1,1 1 1,0 0 0,0 0 0,0 1 0,0-1 0,0 0 0,0 1-1,4-1 1,22-9 60,1 2-1,0 2 0,1 0 0,-1 2 0,35-1 0,159 4 162,-221 2-94,-11 1-29,-32-1 10,-57 1 19,-33-1 40,199-17 117,376-24 227,-443 41-476,0 0 1,0 0 0,0 0 0,0 0 0,0 0-1,0-1 1,0 1 0,0-1 0,-1 0 0,1 1-1,0-1 1,0 0 0,-1 0 0,1 0 0,3-2-1,-5 2-15,0 0 0,0 1 0,0-1 0,0 0 0,0 1 0,0-1 0,0 1 0,0-1 0,0 0 0,0 1 0,0-1 0,0 0 0,-1 1 0,1-1 0,0 1 0,0-1 0,-1 0 0,1 1 0,0-1 0,-1 1 0,1-1 0,-1 1 0,1-1 0,0 1 0,-1-1 0,1 1 0,-1 0 0,1-1 0,-2 0 0,-8-5-257,1-1 0,-1 2 1,-18-9-1,-4 0 190,1 1-1,-2 1 0,0 2 1,0 1-1,-1 2 1,-40-4-1,63 11 89,-29-6 67,39 6-78,1 0 1,0 0 0,0 0-1,-1-1 1,1 1-1,0 0 1,-1 0 0,1 0-1,0 0 1,0 0-1,-1-1 1,1 1 0,0 0-1,0 0 1,-1-1-1,1 1 1,0 0-1,0 0 1,0-1 0,-1 1-1,1 0 1,0 0-1,0-1 1,0 1 0,0 0-1,0-1 1,0 1-1,0 0 1,0-1 0,-1 1-1,1 0 1,0 0-1,0-1 1,0 1-1,1 0 1,-1-1 0,0 1-1,0 0 1,0-1-1,0 1 1,0 0 0,0-1-1,0 1 1,0 0-1,1 0 1,-1-1 0,0 1-1,0 0 1,0 0-1,1-1 1,-1 1 0,0 0-1,0 0 1,1 0-1,-1-1 1,0 1-1,0 0 1,1 0 0,-1 0-1,0 0 1,1 0-1,-1-1 1,1 1 0,19-10 63,24-3 26,0 2 1,1 2 0,0 2-1,0 1 1,48 2 0,-213 7 238,4-1-94,-179 26-1,249-19-195,26-4 21,0-1 0,0-1 0,-28 0 0,61-2-10,1-1 1,-1 0-1,25-5 0,8-1-32,403-49-4232,243-23 3116,-193 49 1662,-477 29-256,-61-2 174,-572-17 1481,600 18-1932,7 1-11,-1 0 1,1 0-1,-1 0 0,1 0 0,-1 1 1,1-1-1,-1 1 0,1 1 0,-7 1 1,11-2-14,-1-1 1,1 0 0,-1 0 0,1 1 0,0-1-1,-1 0 1,1 0 0,-1 1 0,1-1-1,0 1 1,0-1 0,-1 0 0,1 1 0,0-1-1,0 1 1,-1-1 0,1 1 0,0-1-1,0 0 1,0 1 0,0-1 0,0 1-1,-1-1 1,1 1 0,0-1 0,0 1 0,0-1-1,0 1 1,1-1 0,-1 1 0,0-1-1,0 1 1,0-1 0,0 1 0,0-1 0,1 1-1,-1-1 1,0 0 0,0 1 0,1-1-1,-1 1 1,0-1 0,1 0 0,-1 1 0,0-1-1,1 0 1,0 1 0,28 18 445,12-3-160,1-2 0,63 13 0,-56-15-298,725 173 4,-460-98 0,-292-76 0,-22-11 0,0 1 0,1-1 0,-1 0 0,0 1 0,0-1 0,1 0 0,-1 1 0,0-1 0,0 0 0,0 1 0,0-1 0,1 0 0,-1 1 0,0-1 0,0 1 0,0-1 0,0 0 0,0 1 0,0-1 0,0 1 0,0-1 0,0 0 0,0 1 0,0-1 0,-1 1 0,1-1 0,0 0 0,0 1 0,0-1 0,-1 1 0,-1 1 0,1 0 0,-2-1 0,1 1 0,0-1 0,0 1 0,0-1 0,-1 0 0,1 0 0,-1 0 0,1 0 0,-1 0 0,1-1 0,-1 1 0,-4 0 0,-161 14 0,60-8 0,-47 8 0,1 7 0,-268 74 0,361-79 0,59-15 0,8 0 0,16 0 0,440-3 0,-180-1 0,-667 26 0,179-7 0,-122-4 0,266-12 0,823-4 0,-411 5 0,-299-2 0,-35 1 0,-43 3 0,-464 26 0,307-21 0,149-7 0,-369 9 0,395-13 0,19-2 0,25-3 0,222-28-455,2 11 0,313 12 1,-553 12 460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2:20.7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1425 87 8192,'-18'-1'12259,"0"-2"-6738,-3-2-3674,-9-4-3859,-7-2 2419,-32-6-407,0 3 0,-1 3 0,-124-4 0,103 15 0,-114 4 0,204-4 2,0 0-1,0 0 1,0 0 0,0 0 0,0 0 0,-1 0 0,1 0 0,0 0 0,0 1 0,0-1 0,0 0 0,0 1 0,0-1-1,0 1 1,0-1 0,0 1 0,0 0 0,0-1 0,0 1 0,1 0 0,-1-1 0,-1 3 0,3-2-28,0-1-1,-1 1 1,1 0 0,0 0 0,0 0-1,0-1 1,0 1 0,0 0 0,0-1-1,0 1 1,0-1 0,0 1 0,0-1-1,1 1 1,-1-1 0,0 0 0,0 0-1,0 0 1,0 1 0,1-1 0,-1 0 0,2-1-1,129 14-4071,28 4-1839,-65-5 213,48 4 4224,-98-11 1297,22 8 178,-20-3 4483,-6-6 9131,-308-4-23740,-3-13 4164,-54-2 4103,34 14 1824,162 2 2421,126-1-3373,-9 0 1275,-9-1 5732,2-3 628,13-2-5247,16 0-1376,63-6 2156,111-1-5320,-121 10 3787,101-4 1565,-2 3-4697,-82 3 1950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2:34.9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2500 223 8192,'-96'0'12329,"1"0"-6817,-20 0-3728,-57 0-3859,-34 0 2547,198-1-472,-1 1 0,1-1 0,0-1 0,-1 1 0,1-1 0,0-1 0,0 1 0,1-2 0,-1 1 0,0-1 0,-7-5 0,-27-8 1313,-25 6-11987,15 3 2565,18-2 7557,6 1 552,0 1 0,-1 2 0,-51-6 0,13 1 0,40 6 0,-38-3 0,-46-6 0,73 8 0,-48-2 0,52 8 0,-1-2 0,1-1 0,-54-13 0,32 4 0,-1 2 0,-104-4 0,-120 15 0,69 2 18103,224 2-18184,72 19-2355,45 4 3794,-59-13-2589,0 1-4305,24 1-1671,1-9 4282,95-10 3201,-84 0-597,44 1 1810,209 1-4571,-238 0 5774,-27 0 3412,-8 0 4715,-376 9-18266,98 14-557,-207 55 5433,364-70 3313,2 3 1,-1 0 0,-48 25 0,74-27-2308,16-5 2218,24-1 679,-29-3-1862,39 1-1819,58-2 5178,-68 1-5226,-5-1 1838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2:40.1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852 961 8192,'131'0'12901,"4"0"-7495,459 0-5691,-762 0-2197,-232 0-12784,286 0 15551,508-15-709,-172 3 289,-335 11 135,-422-30-870,353 18 3356,1 2 5396,145 10-3716,60 2-2284,429 0 495,-287-1-2278,-878 0-1308,230 0-7728,438-3 3435,41 0 4085,9 0 648,82-15 581,1487-163 188,-1376 167-52,-152 12 3075,-205-8 5355,-25-1-1705,166 11-6673,9 0 0,-1 0 0,1 0 0,-1-1 0,1 0 0,-13-4 0,20 5 0,1 0 0,0 0 0,-1 0 0,1 0 0,0 0 0,-1 0 0,1 0 0,0 0 0,-1 0 0,1 0 0,0 0 0,0-1 0,-1 1 0,1 0 0,0 0 0,-1 0 0,1 0 0,0-1 0,0 1 0,-1 0 0,1 0 0,0-1 0,0 1 0,0 0 0,-1 0 0,1-1 0,0 1 0,0 0 0,0-1 0,0 1 0,0 0 0,-1-1 0,1 1 0,0 0 0,0-1 0,0 1 0,0 0 0,0-1 0,0 1 0,0 0 0,0-1 0,0 1 0,0 0 0,1-1 0,-1 1 0,0 0 0,0-1 0,0 1 0,0-1 0,17-9 0,14 2 0,-1 2 0,1 1 0,0 1 0,1 1 0,39 3 0,-23-1 0,63 1 0,36-2 0,-146 2 1,1 0 1,-1 1 0,0-2 0,0 1 0,1 0 0,-1 0-1,0 0 1,0 0 0,1-1 0,-1 1 0,0-1 0,0 1-1,0-1 1,1 1 0,-1-1 0,0 0 0,0 1-1,0-1 1,1-2 0,-2 2-25,0 0 0,-1 0 0,1 0 0,-1 0 1,1 0-1,-1 0 0,0 1 0,1-1 0,-1 0 0,0 0 0,0 0 0,1 1 0,-1-1 0,0 0 0,0 1 0,0-1 1,0 0-1,0 1 0,0-1 0,0 1 0,0 0 0,0-1 0,0 1 0,0 0 0,-2-1 0,-116-39-4862,-127-26 0,134 38-255,111 28 5130,-63-18-838,-2 3 1,-129-12 0,190 27 940,0 0 0,0 0 1,0-1-1,1 0 0,-1 0 1,0 0-1,-7-3 0,12 4-46,0 0-1,-1 0 0,1-1 1,0 1-1,0 0 0,-1 0 0,1 0 1,0-1-1,0 1 0,-1 0 1,1 0-1,0-1 0,0 1 0,0 0 1,0 0-1,0-1 0,-1 1 1,1 0-1,0-1 0,0 1 0,0 0 1,0 0-1,0-1 0,0 1 1,0 0-1,0-1 0,0 1 0,0 0 1,0-1-1,0 1 0,0 0 1,0-1-1,0 1 0,0 0 0,1 0 1,-1-1-1,0 1 0,0 0 1,0-1-1,23-16 1626,50-19 2912,1 3 0,79-22 0,-49 23-4584,-95 27 0,-10 0 0,-23-5 0,-50-7-1790,-131-12 0,112 18 1014,-53-8-1326,-219-26-6347,112 24 23167,284 22-14529,182 0-742,133 4-4442,-245 1 297,141 27-1,-240-33 4570,63 17-2004,-62-16 2117,0 0 0,-1 0 0,1 0 0,0 0 0,-1 1 0,1-1 0,-1 1 0,0-1 0,1 1 0,-1 0 0,0 0 0,0 0 0,0 0 0,0 0 0,0 0 0,-1 1 0,1-1 0,-1 1 0,2 2 0,-3-3 106,0 0 1,0-1-1,0 1 1,0 0-1,0 0 1,-1-1-1,1 1 0,-1 0 1,1 0-1,-1-1 1,0 1-1,1 0 1,-1-1-1,0 1 1,0-1-1,0 1 1,0-1-1,0 0 0,-1 1 1,1-1-1,0 0 1,-3 2-1,-36 25 564,33-24-1022,-76 41-491,-1-5 0,-145 49 1,110-45 573,39-15 285,-53 22 0,97-30 0,36-20 0,-1-1 0,1 0 0,-1 1 0,1-1 0,-1 1 0,1-1 0,-1 1 0,1 0 0,-1-1 0,1 1 0,0-1 0,-1 1 0,1 0 0,0-1 0,0 1 0,-1 0 0,1 0 0,0-1 0,0 2 0,0-1 0,0 0 0,1-1 0,-1 1 0,1 0 0,-1-1 0,1 1 0,-1 0 0,1-1 0,-1 1 0,1-1 0,0 1 0,-1-1 0,1 1 0,0-1 0,-1 0 0,1 1 0,0-1 0,0 0 0,-1 1 0,1-1 0,0 0 0,0 0 0,0 0 0,20 5 0,0-1 0,0-1 0,38 0 0,-6 0 0,147 11-543,-113-10 2743,-26-3 3039,-1-1 4442,-138-21-8236,-392-84-1941,407 91 992,63 14-496,0 0 0,0 0 0,0 0 0,0 0 0,0 0 0,-1 0 0,1 0 0,0-1 0,0 1 0,0 0 0,0 0 0,0 0 0,0 0 0,0-1 0,0 1 0,0 0 0,-1 0 0,1 0 0,0 0 0,0-1 0,0 1 0,0 0 0,0 0 0,0 0 0,0-1 0,0 1 0,0 0 0,0 0 0,0 0 0,1 0 0,-1-1 0,0 1 0,0 0 0,0 0 0,0 0 0,0 0 0,0-1 0,0 1 0,0 0 0,0 0 0,1 0 0,-1 0 0,0 0 0,0-1 0,0 1 0,0 0 0,0 0 0,1 0 0,-1 0 0,0 0 0,0 0 0,0 0 0,0 0 0,1 0 0,-1 0 0,0 0 0,0 0 0,0 0 0,1 0 0,-1 0 0,0 0 0,0 0 0,0 0 0,0 0 0,1 0 0,-1 0 0,0 0 0,0 0 0,19-6 0,58-8-607,144-8 1,-67 17-1706,-2 5-5337,-100 0 3148,37 1 2154,-418 16 2298,187-4 2894,89-3 2555,23 5 2981,30-15-8364,0 1 0,-1-1 0,1 0 0,-1 1 0,1-1 0,0 1 1,-1-1-1,1 0 0,0 1 0,0-1 0,-1 1 0,1-1 0,0 1 0,0-1 1,0 1-1,-1-1 0,1 1 0,0-1 0,0 1 0,0-1 0,0 1 0,0-1 1,0 1-1,0-1 0,0 1 0,0-1 0,0 1 0,0-1 0,1 1 1,-1-1-1,0 1 0,0-1 0,0 1 0,1-1 0,-1 1 0,0-1 0,0 0 1,1 1-1,-1-1 0,0 1 0,1-1 0,-1 0 0,1 1 0,-1-1 0,1 0 1,-1 1-1,0-1 0,1 0 0,-1 0 0,2 1 0,26 11-2242,16-2 3446,63 6 1,-65-10-1104,0 0 0,46 15 0,-79-18-118,24 7 0,-29-8 0,-20-5 0,-19-6 0,-5-2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12.7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873 359 9830,'177'-6'5089,"80"-14"-3580,-93 6-907,-107 11-208,-39 4-35,-16 2 218,-33 10 1111,-390 135 4394,-230 54-6245,558-175 410,-105 23-247,44-13 0,309-89-1389,-49 15-714,129-42-1718,624-189 1045,-672 227 3217,-186 41-433,24-5 575,-51 5 433,22 0-917,-881 83 5471,819-73-5306,1 2-1,-78 26 1,132-33-70,13-3 180,30-4 405,209-44-3449,-234 45 2531,419-99-6229,12-9 3401,278-66 1687,-691 169 2226,-62 12 148,31-5-1039,-445 86 5505,-188 33-2622,573-108-2230,91-11 590,195-13-772,121-20-4775,-217 20 3359,144-15-1027,451-34 1450,-678 60 570,-27 1 51,-17 1 297,-340 5 1980,-35 3-310,-113 8 123,628-25-3154,234-46-1,-175 21-390,-145 25 1253,176-23 90,-167 26 150,107 4 0,-152 3-73,-19-1-109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38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1 706 22805,'2928'-521'0,"-5235"336"0,1686 891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41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613 114 24575,'79'-1'0,"88"3"0,-164-2 0,0 0 0,0 1 0,0 0 0,0-1 0,1 1 0,-1 0 0,4 3 0,-6-4 0,-1 0 0,0 0 0,0 0 0,0 0 0,1 0 0,-1 1 0,0-1 0,0 0 0,0 0 0,1 0 0,-1 1 0,0-1 0,0 0 0,0 0 0,0 0 0,0 1 0,1-1 0,-1 0 0,0 0 0,0 1 0,0-1 0,0 0 0,0 0 0,0 1 0,0-1 0,0 0 0,0 1 0,0-1 0,0 0 0,0 0 0,0 1 0,0-1 0,-14 10 0,0-4 0,-1-1 0,1-1 0,-1 0 0,-1-1 0,-22 2 0,-78-2 0,113-3 0,5 0 0,12-1 0,-2 1 0,-18-1 0,-416 1 0,764 0 0,-342 1 0,0-1 0,1 0 0,-1 0 0,0 0 0,0 0 0,1 0 0,-1 0 0,0 0 0,1 0 0,-1 0 0,0 0 0,1 0 0,-1 0 0,0 0 0,0 0 0,1 0 0,-1 0 0,0 0 0,1 0 0,-1 0 0,0 0 0,1 0 0,-1 0 0,0-1 0,0 1 0,1 0 0,-1 0 0,0 0 0,0 0 0,1-1 0,-1 1 0,0 0 0,0 0 0,0-1 0,0 1 0,1 0 0,-1 0 0,0-1 0,0 1 0,-11-9 0,-24-6 0,4 7 0,1 1 0,-1 2 0,0 0 0,-49 1 0,92 2 0,0-1 0,-1 0 0,17-7 0,-2 1 0,4-1 0,142-41 0,-140 43 0,1 2 0,-1 2 0,49-1 0,-390 9 0,341-5 0,-8-1 0,-1 1 0,1 1 0,0 2 0,26 4 0,-49-6 0,-1 0 0,0 0 0,1 0 0,-1 0 0,1 0 0,-1 0 0,0 0 0,1 0 0,-1 1 0,0-1 0,1 0 0,-1 0 0,1 0 0,-1 0 0,0 1 0,1-1 0,-1 0 0,0 0 0,1 1 0,-1-1 0,0 0 0,0 0 0,1 1 0,-1-1 0,0 0 0,0 1 0,1-1 0,-1 0 0,0 1 0,0-1 0,0 0 0,0 1 0,0-1 0,1 1 0,-1-1 0,0 1 0,-13 8 0,-27 4 0,-31 1 0,52-12 0,1 1 0,0 1 0,0 1 0,1 0 0,-34 16 0,51-21 0,0 0 0,-1 0 0,1 0 0,0 0 0,-1 0 0,1 0 0,0 0 0,-1 0 0,1 0 0,0 0 0,0 1 0,-1-1 0,1 0 0,0 0 0,-1 0 0,1 0 0,0 1 0,0-1 0,-1 0 0,1 0 0,0 1 0,0-1 0,0 0 0,-1 1 0,1-1 0,0 0 0,0 1 0,0-1 0,0 0 0,0 0 0,0 1 0,0-1 0,0 0 0,0 1 0,-1-1 0,1 0 0,1 1 0,-1-1 0,0 0 0,0 1 0,0-1 0,0 0 0,0 1 0,0-1 0,0 0 0,0 1 0,0-1 0,1 0 0,-1 1 0,0-1 0,0 0 0,0 0 0,1 1 0,-1-1 0,0 0 0,0 0 0,1 1 0,-1-1 0,0 0 0,0 0 0,1 0 0,-1 0 0,1 1 0,24 7 0,-22-7 0,29 5 0,60 5 0,-62-9 0,0 1 0,45 11 0,-58-6 0,-13 0 0,-6-7 0,1 0 0,0 1 0,-1-1 0,1 0 0,-1 0 0,1 0 0,-1 0 0,0 0 0,1 0 0,-1-1 0,0 1 0,0-1 0,0 1 0,1-1 0,-4 1 0,-120 23 0,-1-6 0,-144 3 0,146-14 0,113-6 0,0 1 0,0-1 0,-13 5 0,17-2 0,11-2 0,23 1 0,559 5 0,-369-10 0,36 1 0,-603 1 0,593-14 0,13 0 0,-354 22 0,9 1 0,-324 3-1365,382-12-5461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50.6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1774 1 4915,'-181'26'10648,"-1"-2"-6323,-662 53-4553,415-66 228,410-10 0,1 1 0,-36 8 0,16-1 0,29-5 0,11-3 0,139 9-40,812 7-662,-2-33-545,-846 13 1112,496-6-3714,-593 8 3959,-4 1 122,-1 0 0,1-1-1,0 1 1,-1 1 0,1-1 0,0 0 0,-1 1 0,1 0-1,-1 0 1,1 0 0,-1 0 0,1 0 0,-1 1 0,4 1-1,-7-2-207,0-1-1,0 0 1,0 0-1,0 1 1,0-1-1,0 0 1,0 0-1,-2 4 447,2-4-447,-1 0 0,1 0 1,0 0-1,0 1 1,0-1-1,-1 0 1,1 0-1,0 0 1,0 0-1,0 0 1,-1 0-1,1 0 1,0 0-1,0 0 1,-1 0-1,-13 6 47,-1-1 0,-27 7-1,-9 1-102,-180 53-36,-490 136 113,-9-38-719,643-148 452,0-4 0,0-3 0,-100-3 0,186-7 301,-20-1 955,34 0-377,266-28-554,34-5-243,607-75 250,278-32-77,-1120 132 61,-24 3 61,0 2-1,79 3 1,-125 3 156,-15 1-250,-21 0-84,-727 4-60,446-8-117,284 2 12,-50 1 148,69-1 98,0 1 0,0 0 0,0 0 1,0 0-1,0 1 0,0 0 1,0 0-1,-7 4 0,13-6-57,-1 0 0,1 0 0,0 0 0,0 0 0,0 0 0,0 1 0,-1-1 0,1 0 0,0 0 0,0 0 0,0 0 0,0 0 0,0 1 0,0-1 0,0 0 0,-1 0 0,1 0 0,0 1 0,0-1 0,0 0 0,0 0 0,0 0 0,0 0 0,0 1 0,0-1 0,0 0 0,0 0 0,0 1 0,0-1 0,0 0 0,0 0 0,0 0 0,0 0 0,0 1 0,0-1 0,1 0 0,-1 0 0,0 0 0,0 1 0,0-1 0,0 0 0,0 0 0,0 0 0,0 0 0,1 0 0,-1 1 0,0-1 0,0 0 0,0 0 0,0 0 0,1 0 0,-1 0 0,0 0 0,0 0 0,0 0 0,1 1 0,5 2 0,0 0 0,0-1 0,1 0 0,-1 0 0,1 0 0,0 0 0,-1-1 0,1 0 0,9-1 0,12 3 0,171 19-1138,316-8 0,-644-21 47,-1105-92-3904,1205 96 4957,-42-1 3030,283 0-587,-21-4-2275,338-7 2452,-505 15-2291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59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0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06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1795 194 4915,'194'0'9930,"-2"0"-5492,381 0-4192,-107 0-115,-1385-47-487,442 14-716,290 31 2500,509-30-1593,-26 2 295,163 7-278,-443 24 286,-38 5-93,-174 22-85,-2155 109-3000,2224-140 1957,94 1 5206,369-24-4097,-220 13-40,71-7-26,641-63 145,5 32-1292,-710 50 1907,-121 1-691,0 0 0,0 0 0,1 1 1,-1-1-1,0 0 0,0 1 0,0 0 0,1-1 1,-1 1-1,0 0 0,3 2 0,-5-3-26,0 1 0,1-1 0,-1 0 0,0 1 0,1-1 0,-1 0 0,0 1-1,0-1 1,0 1 0,1-1 0,-1 1 0,0-1 0,0 0 0,0 1 0,0-1 0,0 1-1,0-1 1,0 1 0,0-1 0,0 1 0,0-1 0,0 1 0,0-1 0,0 1 0,0-1-1,0 1 1,0-1 0,0 1 0,-1-1 0,1 0 0,0 1 0,-3 3-5,0 0 1,-1 0 0,1-1-1,-1 1 1,1-1-1,-1 0 1,0 0 0,-7 3-1,-29 15 3,0-2 0,-1-2 0,-86 22 0,-34 15-45,114-38 27,-58 14 0,25-8 91,163-40-74,231-61-197,202-47-361,-515 126 556,44-10-2239,78-8-1,-97 17 1836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09.2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1.0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301 548 4915,'122'0'11077,"0"0"-7947,-31 0-6564,-500 0-129,232 0-2788,174 0 6244,-31-2-451,34 2 555,-1 0 0,1 0-1,-1 0 1,1 0 0,0 0 0,-1 0-1,1 0 1,-1 0 0,1 0-1,-1 0 1,1-1 0,-1 1 0,1 0-1,-1 0 1,1 0 0,0-1-1,-1 1 1,1 0 0,-1 0-1,1-1 1,0 1 0,-1 0 0,1-1-1,0 1 1,-1 0 0,1-1-1,0 1 1,0-1 0,-1 1 0,1 0-1,0-1 1,0 1 0,0-1-1,0 1 1,0-1 0,-1 1-1,1-1 1,0 1 0,0-1 0,0 1-1,0-1 1,0 1 0,0 0-1,0-1 1,1 1 0,-1-1 0,0 1-1,0-1 1,0 1 0,0-1-1,1 1 1,-1 0 0,0-1 0,0 1-1,1-1 1,-1 1 0,0 0-1,1-1 1,6-5 3,-1 1 0,1 0 0,1 0 0,-1 0 0,1 1 0,-1 1 0,1-1 0,13-3 0,-6 1 0,291-108 0,-207 83 0,160-47 14635,-238 60-14525,36-9-110,106-34 0,-146 54 0,-26 4 0,-28 7 0,-6 20-186,361 5 510,-144-31-983,-120-1 417,0-2 0,65-15 0,-63 10-918,102-7 1,-99 18-760,-38 0 326,0-1 0,-1 0 0,1-2 0,41-8 0,198-56 725,-243 61 773,0 0 1,28-14 0,-32 13 58,1 0 0,1 1 0,27-7 0,-20 9 36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3.5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3.6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5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2338 1 4915,'-152'0'11336,"-1"0"-6893,1 0-4405,0 0-3554,-115 0-8582,-12 0 8960,-141 0 12222,170 0-3723,84 0-4672,27 0-3042,-51 5 5628,173 0-1651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7.3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18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2346 222 4915,'-14'-9'15895,"-14"-4"-17045,-209-68 1150,74 28 0,106 31 0,37 13 0,0 2 0,-1 0 0,1 1 0,-1 1 0,-33-4 0,-235 8-166,136 3-1028,115 0-28,-72 14 1,42-5-234,47-7 841,1 1 1,-33 12-1,34-10 466,-1-1-1,-39 7 1,32-8 949,0 2 0,0 0 0,0 2 0,1 1 0,0 1 0,1 1 0,-23 16 0,33-21-802,0-1 0,0 0 1,0-1-1,-1-1 1,-21 4-1,-82 5-476,50-12-2294,48-1 1710,0 0 0,1 1-1,-1 1 1,0 1-1,1 0 1,-39 14-1,20-3-1589,-22-2 4551,38-9-1763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1.1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3.9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5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588 84 4915,'-89'0'10648,"-4"0"-6323,-313 0-4553,1180 0-14517,-740-2 14745,61-11 0,-25 3 0,78-16 0,-93 15 0,0 2 0,98-3 0,-74 13 2580,-57-1-2443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6.6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1 4915,'-5'0'14745,"-6"0"-14745,-1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9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29.4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35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35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55.6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87 4915,'81'0'9899,"0"0"-5493,162 0-4405,-18 0 310,-198-1-1039,1-2 0,30-6 1,-28 3-1670,46-2 1,-19 4 486,0-2 0,0-3-1,57-16 1,-78 19 2116,1 1 1,-1 2-1,1 2 0,49 4 0,-3-1 300,1529-2-2043,-1595 1 1616,0 1-1,-1 0 1,21 6 0,-17-3 51,38 4 0,18-8 8360,-29 4-5267,-26 1-766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56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3:57.8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4176 0 4915,'-217'0'9612,"0"0"-5031,-43 0-2564,-131 0-3557,-149 0-2689,481 4 2410,0 2 0,-94 22-1,-4 1-1193,-177 25 1043,239-36 1970,49-11 0,-90 27 0,82-16 146,0-2-1,-1-3 1,-82 9-1,53-11-265,38-4-111,-47 1 0,59-8 231,-9 0 0,-67 10 0,-141 39 0,128-29 0,68-12 0,-74 20 0,56-10-12,56-16 179,0 2 0,0 0 1,1 1-1,-1 0 0,1 1 0,0 1 1,1 1-1,-25 27 3931,61-29-2834,30-2-310,-1-6-915,90-15 0,-53 5 64,25-1-385,659-98-2457,-742 105 1950,37-1-1,-46 6 934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35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37.4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4915,'64'0'11653,"1"0"-7555,64 0-8120,-3 0-6874,656 0 9989,-447 0 6699,-314 2-6095,-1 0 0,1 1 0,-1 1 0,33 11-1,-26-7-422,49 8 0,313 19-1989,-345-30 2747,65 16 0,-70-12 50,0-2 0,48 4 0,65-11 3087,-99-1 1340,-29 1-4026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49.6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 4915,'5'0'14745,"6"0"-14745,6 0 0,0-4 0,1-7 0,-1-1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52.0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52.1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53.2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1181 119 4915,'-80'0'9655,"-1"0"-5757,-16 0-3338,-48 0-4773,-54 0-2441,183-1 6374,1-1-1,-1-1 0,1 0 0,0-1 0,0-1 1,1 0-1,-24-12 0,22 9 114,-1 1 1,0 1-1,0 0 0,-1 1 1,-26-3-1,-20 4 167,-38-5 0,-5-9 0,74 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03:34:54.7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4915,'49'6'14992,"25"15"-16030,-35-10 1829,3 2-1591,2-3 1,-1-1-1,1-3 0,59 3 0,-67-8-643,57 11 0,24 1-3120,-74-12 3255,78 14 0,-90-11 3613,57 1 0,6 2 6333,-77-2-7822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3C72-F7A8-2199-A610-9B5E1EE44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DD0C8-877B-EC7D-F159-AE2ADB755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A12E-2E29-F76B-DA99-C8C0FBE6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D8988-639F-10F5-DCE1-C5B9A5B2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E5CFB-0A8D-1AC1-1708-E9AF6265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85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03F9-5604-9B3E-6129-D06327B2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8BE1-5C54-4A47-E2D0-7E979E0D2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8BFF5-A418-5320-9F1F-71B1E233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5AF5F-2ACE-4037-5900-F7296096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404E5-305C-7AF8-2132-C572AE96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9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F795-E656-29A8-8AAB-95358C16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6D68B-6751-D107-4682-5E60528F2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3619-AAC0-9566-8DA5-7FFA4C20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8E284-96EC-1912-A2E3-454A2E1D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0A7D-E9A9-535D-9B6D-3F00BF2BB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20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50A8-DA61-E8F9-C919-E204165F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24ED-3957-DA0B-3454-042DA8255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4DFC8-F710-F14A-FD53-887DA16DF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FD69A-A7D3-01E0-54FF-65E4B3CF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AD900-2A3E-6EBC-23A7-C5175868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66616-7736-0EED-AD7C-193A52C1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46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0F08-A3B1-47AA-B0AF-969A91A6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8F23D-B568-8A11-3A76-254990AED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C7369-778A-29D5-EA91-7C6A8ECD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32B4-33E1-4697-5FF3-C7CF5DB30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39A8D-B2A2-5CB4-34F8-9C47B3A63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94F1A-448D-6301-2209-104577AB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4FA51-6285-6763-1154-BD39A37E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C43D2-1551-B19C-81E9-F4C0C051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27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ABDA-4FBE-DFA7-D807-4BA5C5F7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74B65-678D-B905-14FD-2B2C4A04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23223-37B3-B9F3-1BC6-596E1103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1E7F8-2374-CC4F-BB4E-07F7709C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8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82771-B6D6-4EC1-C1CB-2E7AC499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6C9ED-0274-6DE8-CCE4-7E532F26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A4343-533F-4CF4-5568-C4BCD306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88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0EB2-BF9E-3C68-E6A7-D108C333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43F3-F959-9209-62A2-44B327677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3F0DF-7650-8D99-F6E8-0A2ABA46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92EB9-3341-70AD-0B98-83F5E328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C6A2D-4E49-D7AA-CE1A-152CD4C6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44AFD-9D10-A521-10B5-B7058EE7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5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B784-2C41-EEF1-EA5F-18CC6BB9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6CA22-316C-22AA-D1F3-7BCCFA35D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9CC06-D032-F2C0-81B9-715850620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E0866-1170-F9D2-2A16-196A8786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5B875-5531-1E77-216A-A6E567DE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1DB2C-1F32-BBD5-8F51-A97CB7CF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40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EE49-CF1B-98FA-577D-DF18D357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02BD7-7A61-4D45-E03C-B2E6E3D5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7AD3F-4FA7-099F-B3E1-3962605C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DBC59-9D89-9AA9-82A5-88A29239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8084D-6C11-5E2D-6996-04DFCC05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1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C3544-A232-A2EB-35CF-DC43B1F33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F7D7F-9C4B-8ED5-88B8-74984B73B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91D0F-BDFE-2755-69FB-2279F496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84F1-0584-C744-B6AB-EE5A6C9D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A081-9DB3-7DE5-17B5-AAE667E1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04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6E383-079B-0A70-C538-61D5C489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0A994-31A5-D24D-B475-E74FFA801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1E95-42E3-94EA-1096-6D6031EEC6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11A64-D4CF-49FF-B018-2A6014E0E4F4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AEB6D-4FAC-334C-34A5-08B873E02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2D06-8CF0-D88C-3D12-4674410AF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7E52A-BFCE-4D30-BF9D-7A6782C25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4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png"/><Relationship Id="rId21" Type="http://schemas.openxmlformats.org/officeDocument/2006/relationships/customXml" Target="../ink/ink10.xml"/><Relationship Id="rId34" Type="http://schemas.openxmlformats.org/officeDocument/2006/relationships/customXml" Target="../ink/ink18.xml"/><Relationship Id="rId42" Type="http://schemas.openxmlformats.org/officeDocument/2006/relationships/customXml" Target="../ink/ink24.xml"/><Relationship Id="rId47" Type="http://schemas.openxmlformats.org/officeDocument/2006/relationships/customXml" Target="../ink/ink27.xml"/><Relationship Id="rId50" Type="http://schemas.openxmlformats.org/officeDocument/2006/relationships/customXml" Target="../ink/ink29.xml"/><Relationship Id="rId55" Type="http://schemas.openxmlformats.org/officeDocument/2006/relationships/image" Target="../media/image27.png"/><Relationship Id="rId63" Type="http://schemas.openxmlformats.org/officeDocument/2006/relationships/customXml" Target="../ink/ink38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9" Type="http://schemas.openxmlformats.org/officeDocument/2006/relationships/image" Target="../media/image19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0.png"/><Relationship Id="rId37" Type="http://schemas.openxmlformats.org/officeDocument/2006/relationships/customXml" Target="../ink/ink20.xml"/><Relationship Id="rId40" Type="http://schemas.openxmlformats.org/officeDocument/2006/relationships/customXml" Target="../ink/ink22.xml"/><Relationship Id="rId45" Type="http://schemas.openxmlformats.org/officeDocument/2006/relationships/image" Target="../media/image24.png"/><Relationship Id="rId53" Type="http://schemas.openxmlformats.org/officeDocument/2006/relationships/customXml" Target="../ink/ink31.xml"/><Relationship Id="rId58" Type="http://schemas.openxmlformats.org/officeDocument/2006/relationships/image" Target="../media/image28.png"/><Relationship Id="rId66" Type="http://schemas.openxmlformats.org/officeDocument/2006/relationships/image" Target="../media/image31.png"/><Relationship Id="rId5" Type="http://schemas.openxmlformats.org/officeDocument/2006/relationships/customXml" Target="../ink/ink2.xml"/><Relationship Id="rId61" Type="http://schemas.openxmlformats.org/officeDocument/2006/relationships/customXml" Target="../ink/ink36.xml"/><Relationship Id="rId19" Type="http://schemas.openxmlformats.org/officeDocument/2006/relationships/customXml" Target="../ink/ink9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customXml" Target="../ink/ink15.xml"/><Relationship Id="rId35" Type="http://schemas.openxmlformats.org/officeDocument/2006/relationships/customXml" Target="../ink/ink19.xml"/><Relationship Id="rId43" Type="http://schemas.openxmlformats.org/officeDocument/2006/relationships/image" Target="../media/image23.png"/><Relationship Id="rId48" Type="http://schemas.openxmlformats.org/officeDocument/2006/relationships/customXml" Target="../ink/ink28.xml"/><Relationship Id="rId56" Type="http://schemas.openxmlformats.org/officeDocument/2006/relationships/customXml" Target="../ink/ink33.xml"/><Relationship Id="rId64" Type="http://schemas.openxmlformats.org/officeDocument/2006/relationships/image" Target="../media/image30.png"/><Relationship Id="rId8" Type="http://schemas.openxmlformats.org/officeDocument/2006/relationships/image" Target="../media/image9.png"/><Relationship Id="rId51" Type="http://schemas.openxmlformats.org/officeDocument/2006/relationships/customXml" Target="../ink/ink30.xml"/><Relationship Id="rId3" Type="http://schemas.openxmlformats.org/officeDocument/2006/relationships/customXml" Target="../ink/ink1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7.xml"/><Relationship Id="rId38" Type="http://schemas.openxmlformats.org/officeDocument/2006/relationships/customXml" Target="../ink/ink21.xml"/><Relationship Id="rId46" Type="http://schemas.openxmlformats.org/officeDocument/2006/relationships/customXml" Target="../ink/ink26.xml"/><Relationship Id="rId59" Type="http://schemas.openxmlformats.org/officeDocument/2006/relationships/customXml" Target="../ink/ink35.xml"/><Relationship Id="rId20" Type="http://schemas.openxmlformats.org/officeDocument/2006/relationships/image" Target="../media/image15.png"/><Relationship Id="rId41" Type="http://schemas.openxmlformats.org/officeDocument/2006/relationships/customXml" Target="../ink/ink23.xml"/><Relationship Id="rId54" Type="http://schemas.openxmlformats.org/officeDocument/2006/relationships/customXml" Target="../ink/ink32.xml"/><Relationship Id="rId6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36" Type="http://schemas.openxmlformats.org/officeDocument/2006/relationships/image" Target="../media/image21.png"/><Relationship Id="rId49" Type="http://schemas.openxmlformats.org/officeDocument/2006/relationships/image" Target="../media/image25.png"/><Relationship Id="rId57" Type="http://schemas.openxmlformats.org/officeDocument/2006/relationships/customXml" Target="../ink/ink34.xml"/><Relationship Id="rId10" Type="http://schemas.openxmlformats.org/officeDocument/2006/relationships/image" Target="../media/image10.png"/><Relationship Id="rId31" Type="http://schemas.openxmlformats.org/officeDocument/2006/relationships/customXml" Target="../ink/ink16.xml"/><Relationship Id="rId44" Type="http://schemas.openxmlformats.org/officeDocument/2006/relationships/customXml" Target="../ink/ink25.xml"/><Relationship Id="rId52" Type="http://schemas.openxmlformats.org/officeDocument/2006/relationships/image" Target="../media/image26.png"/><Relationship Id="rId60" Type="http://schemas.openxmlformats.org/officeDocument/2006/relationships/image" Target="../media/image29.png"/><Relationship Id="rId65" Type="http://schemas.openxmlformats.org/officeDocument/2006/relationships/customXml" Target="../ink/ink39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3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3590-C4B7-9765-5FF5-8E6BD49E0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19791-5121-1612-88F3-EDFE3CC8C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5DCB8-67A6-A6EB-51F8-83E3EAAA7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26" y="0"/>
            <a:ext cx="12260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5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74A5-D738-5D0A-0154-F79174E9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9B5721-D326-6BAD-585C-CCCEC207E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6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1AA9-0032-FF57-327D-B1C9E4C6A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151A5-AC75-3AA7-1209-7C12B8EB6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E974C-238C-02BF-B0E7-4DB9289BF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5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9EDA-698D-09A7-E3D1-DFB76984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D13556D-BAB7-944D-03E2-E110C8845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E857-995F-23CA-6254-6E308CA7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86703C-1E53-3C34-9AA5-A8AB9F3D9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8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1595-6905-1E66-2433-CBFD0F88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366A13-9415-FE38-7587-B50C83C6D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Arrow: Chevron 7">
            <a:extLst>
              <a:ext uri="{FF2B5EF4-FFF2-40B4-BE49-F238E27FC236}">
                <a16:creationId xmlns:a16="http://schemas.microsoft.com/office/drawing/2014/main" id="{90F983A0-673A-ED33-3CA9-144816B1B719}"/>
              </a:ext>
            </a:extLst>
          </p:cNvPr>
          <p:cNvSpPr/>
          <p:nvPr/>
        </p:nvSpPr>
        <p:spPr>
          <a:xfrm>
            <a:off x="4080387" y="2483874"/>
            <a:ext cx="2182761" cy="1890251"/>
          </a:xfrm>
          <a:prstGeom prst="chevron">
            <a:avLst>
              <a:gd name="adj" fmla="val 47354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FAA1C5-06C5-6AA0-8D4B-AA799B95A8B4}"/>
                  </a:ext>
                </a:extLst>
              </p14:cNvPr>
              <p14:cNvContentPartPr/>
              <p14:nvPr/>
            </p14:nvContentPartPr>
            <p14:xfrm>
              <a:off x="4733617" y="2163108"/>
              <a:ext cx="841680" cy="168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FAA1C5-06C5-6AA0-8D4B-AA799B95A8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9297" y="2158788"/>
                <a:ext cx="8503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FBFE74-5BD6-5D26-8295-7F0271536780}"/>
                  </a:ext>
                </a:extLst>
              </p14:cNvPr>
              <p14:cNvContentPartPr/>
              <p14:nvPr/>
            </p14:nvContentPartPr>
            <p14:xfrm>
              <a:off x="4876537" y="1592508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FBFE74-5BD6-5D26-8295-7F0271536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8897" y="15748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D94400-68A8-53AB-F938-CA2DF7BAEBF0}"/>
                  </a:ext>
                </a:extLst>
              </p14:cNvPr>
              <p14:cNvContentPartPr/>
              <p14:nvPr/>
            </p14:nvContentPartPr>
            <p14:xfrm>
              <a:off x="4855657" y="2014068"/>
              <a:ext cx="1257120" cy="337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D94400-68A8-53AB-F938-CA2DF7BAEB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7657" y="1996068"/>
                <a:ext cx="12927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D3378BB-C141-BF40-EEBC-6EDBE72329CB}"/>
                  </a:ext>
                </a:extLst>
              </p14:cNvPr>
              <p14:cNvContentPartPr/>
              <p14:nvPr/>
            </p14:nvContentPartPr>
            <p14:xfrm>
              <a:off x="4317817" y="2122788"/>
              <a:ext cx="1314360" cy="277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D3378BB-C141-BF40-EEBC-6EDBE72329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00177" y="2105148"/>
                <a:ext cx="13500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2CF972-EBB8-7B5C-9037-66C835840861}"/>
                  </a:ext>
                </a:extLst>
              </p14:cNvPr>
              <p14:cNvContentPartPr/>
              <p14:nvPr/>
            </p14:nvContentPartPr>
            <p14:xfrm>
              <a:off x="4383337" y="2240148"/>
              <a:ext cx="513360" cy="41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2CF972-EBB8-7B5C-9037-66C83584086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65337" y="2222508"/>
                <a:ext cx="549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6C77747-47C1-ED20-4EA1-56827B8A8D0D}"/>
                  </a:ext>
                </a:extLst>
              </p14:cNvPr>
              <p14:cNvContentPartPr/>
              <p14:nvPr/>
            </p14:nvContentPartPr>
            <p14:xfrm>
              <a:off x="4468297" y="2318988"/>
              <a:ext cx="900360" cy="110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6C77747-47C1-ED20-4EA1-56827B8A8D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50297" y="2301348"/>
                <a:ext cx="9360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D72380-D201-9AC0-8FA4-0CD91222855E}"/>
                  </a:ext>
                </a:extLst>
              </p14:cNvPr>
              <p14:cNvContentPartPr/>
              <p14:nvPr/>
            </p14:nvContentPartPr>
            <p14:xfrm>
              <a:off x="4363897" y="2102268"/>
              <a:ext cx="741960" cy="346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D72380-D201-9AC0-8FA4-0CD9122285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46257" y="2084628"/>
                <a:ext cx="77760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F01306D-EABD-A76B-C757-64AF0B7DD8FF}"/>
                  </a:ext>
                </a:extLst>
              </p14:cNvPr>
              <p14:cNvContentPartPr/>
              <p14:nvPr/>
            </p14:nvContentPartPr>
            <p14:xfrm>
              <a:off x="4316737" y="4511748"/>
              <a:ext cx="1014120" cy="286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F01306D-EABD-A76B-C757-64AF0B7DD8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98737" y="4494108"/>
                <a:ext cx="10497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EA1F892-3528-82A2-5E5D-0068A53B13E3}"/>
                  </a:ext>
                </a:extLst>
              </p14:cNvPr>
              <p14:cNvContentPartPr/>
              <p14:nvPr/>
            </p14:nvContentPartPr>
            <p14:xfrm>
              <a:off x="4126297" y="4548108"/>
              <a:ext cx="1054440" cy="254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EA1F892-3528-82A2-5E5D-0068A53B13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20177" y="4541628"/>
                <a:ext cx="10666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3DB8BA6-0D0C-2BD2-6F5B-C244E5580E6E}"/>
                  </a:ext>
                </a:extLst>
              </p14:cNvPr>
              <p14:cNvContentPartPr/>
              <p14:nvPr/>
            </p14:nvContentPartPr>
            <p14:xfrm>
              <a:off x="4213777" y="4422828"/>
              <a:ext cx="445320" cy="101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3DB8BA6-0D0C-2BD2-6F5B-C244E5580E6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07657" y="4416708"/>
                <a:ext cx="457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87E040B-DAD1-CE53-B2DE-034C5B7C53D6}"/>
                  </a:ext>
                </a:extLst>
              </p14:cNvPr>
              <p14:cNvContentPartPr/>
              <p14:nvPr/>
            </p14:nvContentPartPr>
            <p14:xfrm>
              <a:off x="4080577" y="4503108"/>
              <a:ext cx="1292040" cy="249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87E040B-DAD1-CE53-B2DE-034C5B7C53D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17577" y="4440468"/>
                <a:ext cx="14176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84D7405-3FBB-7807-2F43-E593A5DE259E}"/>
                  </a:ext>
                </a:extLst>
              </p14:cNvPr>
              <p14:cNvContentPartPr/>
              <p14:nvPr/>
            </p14:nvContentPartPr>
            <p14:xfrm>
              <a:off x="4837297" y="5152188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84D7405-3FBB-7807-2F43-E593A5DE259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74297" y="5089188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0384D0C-D076-E128-F58D-0AC13F321043}"/>
              </a:ext>
            </a:extLst>
          </p:cNvPr>
          <p:cNvGrpSpPr/>
          <p:nvPr/>
        </p:nvGrpSpPr>
        <p:grpSpPr>
          <a:xfrm>
            <a:off x="4378297" y="2162028"/>
            <a:ext cx="1305000" cy="246960"/>
            <a:chOff x="4378297" y="2162028"/>
            <a:chExt cx="13050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226460-8F52-32FE-33C7-456F602C205F}"/>
                    </a:ext>
                  </a:extLst>
                </p14:cNvPr>
                <p14:cNvContentPartPr/>
                <p14:nvPr/>
              </p14:nvContentPartPr>
              <p14:xfrm>
                <a:off x="5024497" y="2231868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226460-8F52-32FE-33C7-456F602C205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1497" y="21688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939261-BEFD-A73D-396F-78C580EB3464}"/>
                    </a:ext>
                  </a:extLst>
                </p14:cNvPr>
                <p14:cNvContentPartPr/>
                <p14:nvPr/>
              </p14:nvContentPartPr>
              <p14:xfrm>
                <a:off x="4378297" y="2162028"/>
                <a:ext cx="1159200" cy="99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939261-BEFD-A73D-396F-78C580EB34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15657" y="2099028"/>
                  <a:ext cx="1284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0CB4176-2AEB-0DD1-F0FC-4CB25422D8CB}"/>
                    </a:ext>
                  </a:extLst>
                </p14:cNvPr>
                <p14:cNvContentPartPr/>
                <p14:nvPr/>
              </p14:nvContentPartPr>
              <p14:xfrm>
                <a:off x="4719217" y="2369388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0CB4176-2AEB-0DD1-F0FC-4CB25422D8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56217" y="230638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58D652-1EAC-63C9-9654-D2A05B3EF6FA}"/>
                    </a:ext>
                  </a:extLst>
                </p14:cNvPr>
                <p14:cNvContentPartPr/>
                <p14:nvPr/>
              </p14:nvContentPartPr>
              <p14:xfrm>
                <a:off x="4610857" y="2172108"/>
                <a:ext cx="904680" cy="19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58D652-1EAC-63C9-9654-D2A05B3EF6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47857" y="2109468"/>
                  <a:ext cx="1030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DACB9BE-20FC-5CF6-E47D-425EEAA8DF4D}"/>
                    </a:ext>
                  </a:extLst>
                </p14:cNvPr>
                <p14:cNvContentPartPr/>
                <p14:nvPr/>
              </p14:nvContentPartPr>
              <p14:xfrm>
                <a:off x="5367937" y="2398908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DACB9BE-20FC-5CF6-E47D-425EEAA8DF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05297" y="23362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49F092-E234-F89C-114D-DED4A3D51467}"/>
                    </a:ext>
                  </a:extLst>
                </p14:cNvPr>
                <p14:cNvContentPartPr/>
                <p14:nvPr/>
              </p14:nvContentPartPr>
              <p14:xfrm>
                <a:off x="5367937" y="2398908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49F092-E234-F89C-114D-DED4A3D5146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05297" y="23362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857FC4-EB21-B488-7E1D-ED4D4BDF36B2}"/>
                    </a:ext>
                  </a:extLst>
                </p14:cNvPr>
                <p14:cNvContentPartPr/>
                <p14:nvPr/>
              </p14:nvContentPartPr>
              <p14:xfrm>
                <a:off x="4526617" y="2398908"/>
                <a:ext cx="841680" cy="4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857FC4-EB21-B488-7E1D-ED4D4BDF36B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63977" y="2336268"/>
                  <a:ext cx="967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96BB0BD-6BDC-2E02-5B1F-4A5132333841}"/>
                    </a:ext>
                  </a:extLst>
                </p14:cNvPr>
                <p14:cNvContentPartPr/>
                <p14:nvPr/>
              </p14:nvContentPartPr>
              <p14:xfrm>
                <a:off x="5614177" y="2330148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96BB0BD-6BDC-2E02-5B1F-4A51323338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51537" y="22675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189025-BE54-85D9-3559-A7833E0D5337}"/>
                    </a:ext>
                  </a:extLst>
                </p14:cNvPr>
                <p14:cNvContentPartPr/>
                <p14:nvPr/>
              </p14:nvContentPartPr>
              <p14:xfrm>
                <a:off x="4769977" y="2250588"/>
                <a:ext cx="844560" cy="100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189025-BE54-85D9-3559-A7833E0D53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07337" y="2187588"/>
                  <a:ext cx="970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6938FC-071A-955D-DDCC-F87396DEB71C}"/>
                    </a:ext>
                  </a:extLst>
                </p14:cNvPr>
                <p14:cNvContentPartPr/>
                <p14:nvPr/>
              </p14:nvContentPartPr>
              <p14:xfrm>
                <a:off x="5437417" y="2330148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6938FC-071A-955D-DDCC-F87396DEB71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74417" y="22675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F819C9-9A1B-B5B5-C19B-9303CAF442F8}"/>
                    </a:ext>
                  </a:extLst>
                </p14:cNvPr>
                <p14:cNvContentPartPr/>
                <p14:nvPr/>
              </p14:nvContentPartPr>
              <p14:xfrm>
                <a:off x="5083177" y="2408628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F819C9-9A1B-B5B5-C19B-9303CAF442F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20537" y="234598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2149206-872A-24A7-48A8-7B5FCC54BA30}"/>
                    </a:ext>
                  </a:extLst>
                </p14:cNvPr>
                <p14:cNvContentPartPr/>
                <p14:nvPr/>
              </p14:nvContentPartPr>
              <p14:xfrm>
                <a:off x="4871857" y="2378748"/>
                <a:ext cx="534960" cy="30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2149206-872A-24A7-48A8-7B5FCC54BA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08857" y="2316108"/>
                  <a:ext cx="660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39C87C9-AE6F-5170-9125-78B5D7FD5C82}"/>
                    </a:ext>
                  </a:extLst>
                </p14:cNvPr>
                <p14:cNvContentPartPr/>
                <p14:nvPr/>
              </p14:nvContentPartPr>
              <p14:xfrm>
                <a:off x="5672857" y="2320428"/>
                <a:ext cx="1044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39C87C9-AE6F-5170-9125-78B5D7FD5C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10217" y="2257788"/>
                  <a:ext cx="13608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F414CFB-FA93-20A0-E3F0-8E6CE6AFFC88}"/>
              </a:ext>
            </a:extLst>
          </p:cNvPr>
          <p:cNvGrpSpPr/>
          <p:nvPr/>
        </p:nvGrpSpPr>
        <p:grpSpPr>
          <a:xfrm>
            <a:off x="4984897" y="5348748"/>
            <a:ext cx="360" cy="360"/>
            <a:chOff x="4984897" y="534874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41BF84-E004-D4FD-DAE8-525FF0F86745}"/>
                    </a:ext>
                  </a:extLst>
                </p14:cNvPr>
                <p14:cNvContentPartPr/>
                <p14:nvPr/>
              </p14:nvContentPartPr>
              <p14:xfrm>
                <a:off x="4984897" y="5348748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41BF84-E004-D4FD-DAE8-525FF0F8674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21897" y="52857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628FC2-DF3C-D411-69CA-C5807A031924}"/>
                    </a:ext>
                  </a:extLst>
                </p14:cNvPr>
                <p14:cNvContentPartPr/>
                <p14:nvPr/>
              </p14:nvContentPartPr>
              <p14:xfrm>
                <a:off x="4984897" y="5348748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628FC2-DF3C-D411-69CA-C5807A03192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21897" y="52857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67FBE47-596C-3041-9400-9184F26DB6A6}"/>
              </a:ext>
            </a:extLst>
          </p:cNvPr>
          <p:cNvGrpSpPr/>
          <p:nvPr/>
        </p:nvGrpSpPr>
        <p:grpSpPr>
          <a:xfrm>
            <a:off x="4012537" y="4424268"/>
            <a:ext cx="1503720" cy="237240"/>
            <a:chOff x="4012537" y="4424268"/>
            <a:chExt cx="150372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90160B-112B-70DB-6D06-3DD50A2D4063}"/>
                    </a:ext>
                  </a:extLst>
                </p14:cNvPr>
                <p14:cNvContentPartPr/>
                <p14:nvPr/>
              </p14:nvContentPartPr>
              <p14:xfrm>
                <a:off x="4778257" y="4640628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90160B-112B-70DB-6D06-3DD50A2D40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72137" y="4634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A057EF-2521-BC9F-D7B4-BF0C667BD9FA}"/>
                    </a:ext>
                  </a:extLst>
                </p14:cNvPr>
                <p14:cNvContentPartPr/>
                <p14:nvPr/>
              </p14:nvContentPartPr>
              <p14:xfrm>
                <a:off x="4778257" y="4640628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A057EF-2521-BC9F-D7B4-BF0C667BD9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72137" y="4634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607AB3-6850-B598-BBB8-7DC1122339C9}"/>
                    </a:ext>
                  </a:extLst>
                </p14:cNvPr>
                <p14:cNvContentPartPr/>
                <p14:nvPr/>
              </p14:nvContentPartPr>
              <p14:xfrm>
                <a:off x="4296577" y="4461708"/>
                <a:ext cx="1213560" cy="31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607AB3-6850-B598-BBB8-7DC1122339C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33577" y="4399068"/>
                  <a:ext cx="1339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00C3EF-20BE-AE15-9BE7-EA52C9619784}"/>
                    </a:ext>
                  </a:extLst>
                </p14:cNvPr>
                <p14:cNvContentPartPr/>
                <p14:nvPr/>
              </p14:nvContentPartPr>
              <p14:xfrm>
                <a:off x="5515897" y="4483308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00C3EF-20BE-AE15-9BE7-EA52C961978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52897" y="44203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92B82E-5BEA-F1B7-D36D-590FFCD9D702}"/>
                    </a:ext>
                  </a:extLst>
                </p14:cNvPr>
                <p14:cNvContentPartPr/>
                <p14:nvPr/>
              </p14:nvContentPartPr>
              <p14:xfrm>
                <a:off x="4012537" y="4483308"/>
                <a:ext cx="1503720" cy="178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92B82E-5BEA-F1B7-D36D-590FFCD9D7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49537" y="4420308"/>
                  <a:ext cx="1629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988BF16-C44F-70C3-63D9-88EFECFA757B}"/>
                    </a:ext>
                  </a:extLst>
                </p14:cNvPr>
                <p14:cNvContentPartPr/>
                <p14:nvPr/>
              </p14:nvContentPartPr>
              <p14:xfrm>
                <a:off x="4345537" y="4483308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988BF16-C44F-70C3-63D9-88EFECFA75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2897" y="44203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DD82DC2-5B80-14CF-6575-6CFB63F26758}"/>
                    </a:ext>
                  </a:extLst>
                </p14:cNvPr>
                <p14:cNvContentPartPr/>
                <p14:nvPr/>
              </p14:nvContentPartPr>
              <p14:xfrm>
                <a:off x="4345537" y="4483308"/>
                <a:ext cx="963360" cy="50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DD82DC2-5B80-14CF-6575-6CFB63F267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82897" y="4420308"/>
                  <a:ext cx="1089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DB72831-B3E6-2E00-6BC0-E5EB98C0B0EF}"/>
                    </a:ext>
                  </a:extLst>
                </p14:cNvPr>
                <p14:cNvContentPartPr/>
                <p14:nvPr/>
              </p14:nvContentPartPr>
              <p14:xfrm>
                <a:off x="4296577" y="4453788"/>
                <a:ext cx="30960" cy="10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DB72831-B3E6-2E00-6BC0-E5EB98C0B0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33577" y="4391148"/>
                  <a:ext cx="156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417275-E632-9FAD-38AA-8D77602E3B93}"/>
                    </a:ext>
                  </a:extLst>
                </p14:cNvPr>
                <p14:cNvContentPartPr/>
                <p14:nvPr/>
              </p14:nvContentPartPr>
              <p14:xfrm>
                <a:off x="4984897" y="4483308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417275-E632-9FAD-38AA-8D77602E3B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21897" y="44203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347AB0C-82AF-C198-88FD-F93C5DA5E31D}"/>
                    </a:ext>
                  </a:extLst>
                </p14:cNvPr>
                <p14:cNvContentPartPr/>
                <p14:nvPr/>
              </p14:nvContentPartPr>
              <p14:xfrm>
                <a:off x="4984897" y="4483308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347AB0C-82AF-C198-88FD-F93C5DA5E3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21897" y="44203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B049C9-1076-38E5-FDB7-0091897D056F}"/>
                    </a:ext>
                  </a:extLst>
                </p14:cNvPr>
                <p14:cNvContentPartPr/>
                <p14:nvPr/>
              </p14:nvContentPartPr>
              <p14:xfrm>
                <a:off x="4559737" y="4440468"/>
                <a:ext cx="425520" cy="43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B049C9-1076-38E5-FDB7-0091897D056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96737" y="4377468"/>
                  <a:ext cx="551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EEFE4F2-8F42-8D39-D685-A85C6C402063}"/>
                    </a:ext>
                  </a:extLst>
                </p14:cNvPr>
                <p14:cNvContentPartPr/>
                <p14:nvPr/>
              </p14:nvContentPartPr>
              <p14:xfrm>
                <a:off x="4621297" y="4424268"/>
                <a:ext cx="388440" cy="5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EEFE4F2-8F42-8D39-D685-A85C6C4020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58297" y="4361268"/>
                  <a:ext cx="51408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7046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757D-4304-0EF0-EE78-C894BDDC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8A4D7-08F3-F6C6-2E78-5DD2440B0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3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1F68-378A-27A1-4455-592607E0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33313C-41B4-CFAF-5D4F-2B83D4DE6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0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E740-CF57-6934-EE74-1F9DFC6A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F6544-01E7-3A92-4D33-444172832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32" y="0"/>
            <a:ext cx="1221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6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8088-C20F-F065-B7F5-76D66251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CA2318-3C01-B330-B9A6-35973F3FB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70DA-1962-67BE-3E70-0C28840B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E92773-7570-58A7-1826-97F0992EC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0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Suhani Chourasia</dc:creator>
  <cp:lastModifiedBy>Suhani Chourasia</cp:lastModifiedBy>
  <cp:revision>1</cp:revision>
  <dcterms:created xsi:type="dcterms:W3CDTF">2026-04-18T03:00:01Z</dcterms:created>
  <dcterms:modified xsi:type="dcterms:W3CDTF">2026-04-18T03:35:00Z</dcterms:modified>
</cp:coreProperties>
</file>